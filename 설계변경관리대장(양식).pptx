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12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49" y="366713"/>
            <a:ext cx="1543051" cy="78009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1" y="366713"/>
            <a:ext cx="4476751" cy="78009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BFC66-A127-462A-A4AD-FD6FC87BF66A}" type="datetimeFigureOut">
              <a:rPr lang="ko-KR" altLang="en-US" smtClean="0"/>
              <a:pPr/>
              <a:t>2012-08-17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0FC66-5FAE-4669-BDCF-847AFA827B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47531" y="764704"/>
          <a:ext cx="8482671" cy="5117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45"/>
                <a:gridCol w="720080"/>
                <a:gridCol w="720080"/>
                <a:gridCol w="864096"/>
                <a:gridCol w="1152128"/>
                <a:gridCol w="1737922"/>
                <a:gridCol w="720080"/>
                <a:gridCol w="720080"/>
                <a:gridCol w="720080"/>
                <a:gridCol w="720080"/>
              </a:tblGrid>
              <a:tr h="28507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일련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의뢰부서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의뢰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설계부서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외부회사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접수일자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도면번호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변경사유 및 내용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담당자 검토완료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부서장 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5070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일자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일자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서명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8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87824" y="87015"/>
            <a:ext cx="3567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latin typeface="+mj-lt"/>
              </a:rPr>
              <a:t>설계변경관리대</a:t>
            </a:r>
            <a:r>
              <a:rPr lang="ko-KR" altLang="en-US" sz="2400" b="1" dirty="0">
                <a:latin typeface="+mj-lt"/>
              </a:rPr>
              <a:t>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404664"/>
            <a:ext cx="324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● </a:t>
            </a:r>
            <a:r>
              <a:rPr lang="en-US" altLang="ko-KR" sz="1400" dirty="0" smtClean="0"/>
              <a:t>Project </a:t>
            </a:r>
            <a:r>
              <a:rPr lang="ko-KR" altLang="en-US" sz="1400" dirty="0" smtClean="0"/>
              <a:t>명 </a:t>
            </a:r>
            <a:r>
              <a:rPr lang="en-US" altLang="ko-KR" sz="1400" dirty="0" smtClean="0"/>
              <a:t>: 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179512" y="5929535"/>
            <a:ext cx="8640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※ </a:t>
            </a:r>
            <a:r>
              <a:rPr lang="ko-KR" altLang="en-US" sz="1400" dirty="0" smtClean="0"/>
              <a:t>작성기준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실행부서는 각 </a:t>
            </a:r>
            <a:r>
              <a:rPr lang="en-US" altLang="ko-KR" sz="1400" dirty="0" smtClean="0"/>
              <a:t>Project</a:t>
            </a:r>
            <a:r>
              <a:rPr lang="ko-KR" altLang="en-US" sz="1400" dirty="0" smtClean="0"/>
              <a:t>별 담당자가 기록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관리유지하며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최종 준공도면 제출시 변경내용 확인</a:t>
            </a:r>
            <a:endParaRPr lang="en-US" altLang="ko-KR" sz="1400" dirty="0" smtClean="0"/>
          </a:p>
          <a:p>
            <a:r>
              <a:rPr lang="en-US" altLang="ko-KR" sz="1400" dirty="0" smtClean="0"/>
              <a:t>                : </a:t>
            </a:r>
            <a:r>
              <a:rPr lang="ko-KR" altLang="en-US" sz="1400" dirty="0" smtClean="0"/>
              <a:t>설계부서는  설계담당자 개개인이 기록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관리 유지 함</a:t>
            </a:r>
            <a:r>
              <a:rPr lang="en-US" altLang="ko-KR" sz="1400" dirty="0" smtClean="0"/>
              <a:t>.</a:t>
            </a:r>
          </a:p>
          <a:p>
            <a:r>
              <a:rPr lang="en-US" altLang="ko-KR" sz="1400" dirty="0" smtClean="0"/>
              <a:t>                : </a:t>
            </a:r>
            <a:r>
              <a:rPr lang="ko-KR" altLang="en-US" sz="1400" dirty="0" smtClean="0"/>
              <a:t>기록 시작 시점은 최종 승인도면 </a:t>
            </a:r>
            <a:r>
              <a:rPr lang="ko-KR" altLang="en-US" sz="1400" dirty="0" err="1" smtClean="0"/>
              <a:t>출도</a:t>
            </a:r>
            <a:r>
              <a:rPr lang="ko-KR" altLang="en-US" sz="1400" dirty="0" smtClean="0"/>
              <a:t> 후 </a:t>
            </a:r>
            <a:r>
              <a:rPr lang="ko-KR" altLang="en-US" sz="1400" dirty="0" err="1" smtClean="0"/>
              <a:t>부터</a:t>
            </a:r>
            <a:r>
              <a:rPr lang="ko-KR" altLang="en-US" sz="1400" dirty="0" smtClean="0"/>
              <a:t> 변경되는 도면 </a:t>
            </a:r>
            <a:r>
              <a:rPr lang="en-US" altLang="ko-KR" sz="1400" dirty="0" smtClean="0"/>
              <a:t> </a:t>
            </a:r>
            <a:endParaRPr lang="ko-KR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82</Words>
  <Application>Microsoft Office PowerPoint</Application>
  <PresentationFormat>화면 슬라이드 쇼(4:3)</PresentationFormat>
  <Paragraphs>36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posmuser</dc:creator>
  <cp:lastModifiedBy>posco plantec</cp:lastModifiedBy>
  <cp:revision>7</cp:revision>
  <dcterms:created xsi:type="dcterms:W3CDTF">2012-08-09T04:48:03Z</dcterms:created>
  <dcterms:modified xsi:type="dcterms:W3CDTF">2012-08-17T05:29:01Z</dcterms:modified>
</cp:coreProperties>
</file>